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sprint prepara a análise, não 'prova' as RQs.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a fonte e a granularidade conforme sua coleta.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por que mediana: caudas longas distorcem médias.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os slicers e os cards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Comente tendência/variação temporal e gaps entre IA e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Apontar linguagens dominantes e a cauda longa.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necessário, usar escala log no eixo X para separar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boxplot, explique mediana/caixas/whiskers; se barras, cite p95 no tooltip.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Evite causalidade; chame de 'padrões observados'.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 as limitações reais do seu conjunto, se houver.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Treine sem ler; aponte nos visuais.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Lab04S01 — Caracterização do Dataset (TCC)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Sprint 1 • Qualidade de código IA vs Humano • KPIs + Visuais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Sprint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Caracterizar o dataset inteiro e por subgrupos (origem, linguagem, tempo).</a:t>
            </a:r>
          </a:p>
          <a:p>
            <a:pPr/>
            <a:r>
              <a:t>Montar 1 página com filtros, KPIs e 4 visuais que respondam às perguntas-chave.</a:t>
            </a:r>
          </a:p>
          <a:p>
            <a:pPr/>
            <a:r>
              <a:t>Justificar agregações (mediana/p95) e destacar padrões sem concluir hipóteses.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(visão geral)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Campos: origem (IA/Humano), linguagem, data, LOC, CC, MI, idiomaticidade, smells, SATD, testes, build, runtime.</a:t>
            </a:r>
          </a:p>
          <a:p>
            <a:pPr/>
            <a:r>
              <a:t>Período e N: ler diretamente dos cards do painel (Início/Fim e Itens).</a:t>
            </a:r>
          </a:p>
          <a:p>
            <a:pPr/>
            <a:r>
              <a:t>Grão de análise: arquivo/commit (ajuste conforme seu dataset real).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Preparação dos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Correção de localidade: ponto como decimal em cc_avg, mi, idiomaticidade.</a:t>
            </a:r>
          </a:p>
          <a:p>
            <a:pPr/>
            <a:r>
              <a:t>Tipos: data pt-BR; inteiros para counts/flags; decimais para métricas.</a:t>
            </a:r>
          </a:p>
          <a:p>
            <a:pPr/>
            <a:r>
              <a:t>Derivada: AnoMês para série temporal; checagem de nulos/outliers.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e Filtros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KPIs: N (contagem distinta), Janela (início/fim), MI (mediana), Taxa de build (%).</a:t>
            </a:r>
          </a:p>
          <a:p>
            <a:pPr/>
            <a:r>
              <a:t>Slicers: Data (intervalo), Linguagem, Origem (IA/Humano).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 1 — MI (mediana) por mês — IA vs Humano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Cole aqui o print do gráfico de linha do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 2 — Itens por linguagem (contagem)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Cole aqui o print do gráfico de barras por linguagem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 3 — CC × Idiomaticidade (Legenda: Origem; Tamanho: LOC)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Cole aqui o print do gráfico de dispersão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 4 — MI (mediana) por origem (IA vs Humano)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Cole aqui o print do gráfico de barras/boxplot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Achados preliminares (preencher com o painel)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 (mediana): diferença observada entre IA e Humano (valores aproximados).</a:t>
            </a:r>
          </a:p>
          <a:p>
            <a:pPr/>
            <a:r>
              <a:t>SATD/Build: verificar se IA ↑ SATD e ↓ taxa de build (use filtro Origem).</a:t>
            </a:r>
          </a:p>
          <a:p>
            <a:pPr/>
            <a:r>
              <a:t>Dispersão: relação CC × Idiomaticidade e concentração por linguagem.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&amp;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Possível desbalanceamento por linguagem e período.</a:t>
            </a:r>
          </a:p>
          <a:p>
            <a:pPr/>
            <a:r>
              <a:t>Medidas adicionais: p95, intervalos de confiança, segmentação mais fina.</a:t>
            </a:r>
          </a:p>
          <a:p>
            <a:pPr/>
            <a:r>
              <a:t>Próxima sprint: teste de hipóteses e análises comparativas robustas.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de 90 segundos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Contexto (10s): objetivo + o que a página mostra.</a:t>
            </a:r>
          </a:p>
          <a:p>
            <a:pPr/>
            <a:r>
              <a:t>Dados (15s): N, janela temporal, campos-chave.</a:t>
            </a:r>
          </a:p>
          <a:p>
            <a:pPr/>
            <a:r>
              <a:t>Visuais (45s): linha (IA×Humano), linguagem, dispersão, comparação MI.</a:t>
            </a:r>
          </a:p>
          <a:p>
            <a:pPr/>
            <a:r>
              <a:t>Fecho (20s): 2 achados + próximos passos.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